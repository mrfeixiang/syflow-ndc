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366F1"/>
                </a:solidFill>
                <a:latin typeface="Calibri"/>
              </a:defRPr>
            </a:pPr>
            <a:r>
              <a:t>SyFlow NDC Go/No-Go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  <a:latin typeface="Calibri"/>
              </a:defRPr>
            </a:pPr>
            <a:r>
              <a:t>Provenance-first decision framework for nanobody-drug conjugate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Calibri"/>
              </a:defRPr>
            </a:pPr>
            <a:r>
              <a:t>Adapted from Stanford Virtual Biotech review-and-audit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ECF1"/>
                </a:solidFill>
                <a:latin typeface="Calibri"/>
              </a:defRPr>
            </a:pPr>
            <a:r>
              <a:t>Targets: EGFRvIII (pilot) · TAK1 · RhoA · PNPLA3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Calibri"/>
              </a:defRPr>
            </a:pPr>
            <a:r>
              <a:t>RTX 5080 GPU + Claude API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61288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at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61288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rget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61288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gfrviii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61288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Calibri"/>
              </a:defRPr>
            </a:pPr>
            <a:r>
              <a:t>SyFlow Nano: Execution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Option A: RTX 5080 (Local GPU)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RFdiffusion / RFOptimization binder generation (CUDA sm_120)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LigandMPNN sequence design (existing rhoa_pipeline)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Boltz-2 / Nesso structure prediction &amp; docking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GNINA molecular docking &amp; rescoring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ESMFold / ESM-2 sequence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Local inference: ~16 GB VRAM, fits single-chain VHH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Batch processing: run overnight, feed results to SyFlow DMTA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Option B: Claude API (Agent Orchestration)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CSO agent orchestration (Sonnet 4.6 — plan, dispatch, synthesize)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Specialist agents: target, nanobody, delivery, conjugation,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Scientific reviewer (Haiku 4.5 — cost-efficient QA)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MCP data tools: Open Targets, PubMed, ChEMBL, Clinical Trials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Evidence gathering, literature review, competitive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Gate assessment: claim recording, provenance tracking,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1"/>
                </a:solidFill>
                <a:latin typeface="Calibri"/>
              </a:defRPr>
            </a:pPr>
            <a:r>
              <a:t>• Closed-loop DMTA: prediction → experiment → feedback → next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Combined Workflow: GPU generates candidates → API agents validate → GPU tests → API audits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GPU (SyFlow Nano): RFdiffusion designs VHH binders → LigandMPNN optimizes sequences → Boltz-2 predicts structures → GNINA scores binding</a:t>
            </a:r>
            <a:br/>
            <a:r>
              <a:t>API (SyFlow Agents): CSO reviews computational results → specialists gather literature/clinical evidence → reviewer audits claims → gate decision recorded with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Calibri"/>
              </a:defRPr>
            </a:pPr>
            <a:r>
              <a:t>SyFlow Nano: Implementation To-Do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Phase 1 — Infrastructure (Week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Set ANTHROPIC_API_KEY in .env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19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conda env create -f environment.yml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08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Verify RTX 5080 CUDA: torch.cuda.get_device_name(0)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225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Install RFdiffusion with sm_120 PyTorch nightly (cu128)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243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Run: python setup_mcp.py → mcp_config.json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Test: python run_syflow.py validate --target egfrviii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Phase 2 — EGFRvIII Pilot (Weeks 2-4)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Run G0 gate: python run_syflow.py gate --target egfrviii --gate G0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05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GPU: RFdiffusion → generate EGFRvIII VHH candidates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068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GPU: LigandMPNN → optimize binder sequences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085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GPU: Boltz-2 → predict VHH-EGFRvIII complex structures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103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GPU: GNINA → score binding poses, rank candidates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Freeze predictions in SyFlow DMTA before experiments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1383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API: Run full validation with Claude agents (all gates)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1558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Compare agent predictions against 34E5 reference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Phase 3 — Multi-Target Expansion (Weeks 5-8)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TAK1: Identify TROP2/CLDN18.2 VHH candidates (GPU)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719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TAK1: API agents assess indirect NDC feasibility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208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RhoA: Extend LigandMPNN designs to NDC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225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RhoA: API agents evaluate EphA2/CXCR4 targeting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243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PNPLA3: Confirm No-Go for NDC (API gate assessment)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926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PNPLA3: Redirect to small molecule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278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Cross-target: Compare gate outcomes, calibrate thresholds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Phase 4 — Closed-Loop DMTA (Weeks 9-12)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776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Feed wet-lab results (if available) into SyFlow claims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793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Reviewer: which predictions survived / failed?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811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Update dossiers with measured data + ELN references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8828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Re-run gate assessments with new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846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Record first complete DMTA loop with 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486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Retrospective: replay prior runs, score prediction 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7881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Calibri"/>
              </a:defRPr>
            </a:pPr>
            <a:r>
              <a:t>☐ Publication: document decision framework and pilot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99AA"/>
                </a:solidFill>
                <a:latin typeface="Calibri"/>
              </a:defRPr>
            </a:pPr>
            <a:r>
              <a:t>RTX 5080: 16 GB VRAM · sm_120 · PyTorch nightly cu128 · Sufficient for single-chain VHH design + docking · Multi-chain complexes may need batch splitting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Evidence hierarchy, not agent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A model score cannot replace a missing assay. Gate thresholds set before experiments, not after.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Correct No-Gos are successes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PNPLA3 should fail at G0. ABT-414 teaches that WT EGFR cross-reactivity kills ADC programs.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Provenance from execution, not self-report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Trace-based attribution. Agents cannot misattribute their own work. SHA-256 manifest.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GPU + API = closed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79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GPU generates candidates (RFdiffusion → LigandMPNN → Boltz-2 → GNINA). API agents validate, audit, decide.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The unit of work is the dossier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Indication × antigen × VHH × conjugation × linker-payload × batch. One decision per dossier.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C4899"/>
                </a:solidFill>
                <a:latin typeface="Calibri"/>
              </a:defRPr>
            </a:pPr>
            <a:r>
              <a:t>Reviewer cannot write, CSO cannot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Enforced separation. Reviewer is read-only. CSO delegates all analysis to specialists.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